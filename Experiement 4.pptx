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31c2a90-d973-e5a5-b28f-9abfcb05fb88}">
          <p14:sldIdLst>
            <p14:sldId id="256"/>
          </p14:sldIdLst>
        </p14:section>
        <p14:section name="Problem &amp; Solution" id="{fd1dc70a-45b1-0d29-4d15-c951013add27}">
          <p14:sldIdLst>
            <p14:sldId id="257"/>
            <p14:sldId id="258"/>
            <p14:sldId id="259"/>
          </p14:sldIdLst>
        </p14:section>
        <p14:section name="Outcome" id="{e26f64d5-e2c8-1ad8-fa13-e226c3d9f4f4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Campusly, a school management system with a unified, privacy-first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Campusly does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pain points of the current approach. Edit to match your own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modules from login to profile &amp;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benefits for staff, families and school leaders.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each screen: overview, attendance, fees and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chemeClr val="accent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635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384048"/>
            <a:ext cx="73152" cy="4206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1817C"/>
                </a:solidFill>
              </a:rPr>
              <a:t>CAMPUSLY  ·  SCHOOL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2"/>
                </a:solidFill>
              </a:rPr>
              <a:t>MINI PROJECT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09728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Campusly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88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Management System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One school. Every detail.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37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Submitted by: NIVAS KANNAN R (251701065)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1325880"/>
            <a:ext cx="4572000" cy="3017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Campusly sign-i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76288" y="1389888"/>
            <a:ext cx="4443984" cy="28895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12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Secure sign-in for the school community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Campusly is a school management platform that brings learning, people and school life into one calm, secure workspace.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School staff sign in with their school account and manage attendance, academics, fees, transport, library and campus activities, and private messaging from a single dashboard.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Role-aware access and a privacy-first directory keep personal phone numbers and email addresses hidden, so families and staff communicate safely inside the school space.</a:t>
            </a:r>
            <a:endParaRPr lang="en-US" sz="1700" dirty="0"/>
          </a:p>
        </p:txBody>
      </p:sp>
      <p:sp>
        <p:nvSpPr>
          <p:cNvPr id="4" name="Stat card 1"/>
          <p:cNvSpPr/>
          <p:nvPr/>
        </p:nvSpPr>
        <p:spPr>
          <a:xfrm>
            <a:off x="7772400" y="1600200"/>
            <a:ext cx="3749040" cy="128016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0" y="1600200"/>
            <a:ext cx="82296" cy="12801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92440" y="1737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1737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Integrated modules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7772400" y="3108960"/>
            <a:ext cx="3749040" cy="128016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0" y="3108960"/>
            <a:ext cx="82296" cy="12801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9244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246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Unified school workspace</a:t>
            </a:r>
            <a:endParaRPr lang="en-US" sz="1400" dirty="0"/>
          </a:p>
        </p:txBody>
      </p:sp>
      <p:sp>
        <p:nvSpPr>
          <p:cNvPr id="12" name="Stat card 3"/>
          <p:cNvSpPr/>
          <p:nvPr/>
        </p:nvSpPr>
        <p:spPr>
          <a:xfrm>
            <a:off x="7772400" y="4617720"/>
            <a:ext cx="3749040" cy="128016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0" y="4617720"/>
            <a:ext cx="82296" cy="12801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9244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4754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Private, role-aware access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How many schools manage day-to-day operations today, and where it falls short.</a:t>
            </a:r>
            <a:endParaRPr lang="en-US" sz="1700" dirty="0"/>
          </a:p>
        </p:txBody>
      </p:sp>
      <p:sp>
        <p:nvSpPr>
          <p:cNvPr id="4" name="Issue card 1"/>
          <p:cNvSpPr/>
          <p:nvPr/>
        </p:nvSpPr>
        <p:spPr>
          <a:xfrm>
            <a:off x="640080" y="2148840"/>
            <a:ext cx="3474720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347472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tools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Attendance, fees, transport and messaging live in separate registers, spreadsheets and apps.</a:t>
            </a:r>
            <a:endParaRPr lang="en-US" sz="1400" dirty="0"/>
          </a:p>
        </p:txBody>
      </p:sp>
      <p:sp>
        <p:nvSpPr>
          <p:cNvPr id="8" name="Issue card 2"/>
          <p:cNvSpPr/>
          <p:nvPr/>
        </p:nvSpPr>
        <p:spPr>
          <a:xfrm>
            <a:off x="4343400" y="2148840"/>
            <a:ext cx="3474720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148840"/>
            <a:ext cx="347472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paperwork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 calls and fee records are entered by hand, which is slow and prone to errors.</a:t>
            </a:r>
            <a:endParaRPr lang="en-US" sz="1400" dirty="0"/>
          </a:p>
        </p:txBody>
      </p:sp>
      <p:sp>
        <p:nvSpPr>
          <p:cNvPr id="12" name="Issue card 3"/>
          <p:cNvSpPr/>
          <p:nvPr/>
        </p:nvSpPr>
        <p:spPr>
          <a:xfrm>
            <a:off x="8046720" y="2148840"/>
            <a:ext cx="3474720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148840"/>
            <a:ext cx="347472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communication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Notices and parent updates go through personal calls and chat groups with no official record.</a:t>
            </a:r>
            <a:endParaRPr lang="en-US" sz="1400" dirty="0"/>
          </a:p>
        </p:txBody>
      </p:sp>
      <p:sp>
        <p:nvSpPr>
          <p:cNvPr id="16" name="Issue card 4"/>
          <p:cNvSpPr/>
          <p:nvPr/>
        </p:nvSpPr>
        <p:spPr>
          <a:xfrm>
            <a:off x="640080" y="4160520"/>
            <a:ext cx="3474720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60520"/>
            <a:ext cx="347472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risks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Sharing personal phone numbers and emails exposes staff and families.</a:t>
            </a:r>
            <a:endParaRPr lang="en-US" sz="1400" dirty="0"/>
          </a:p>
        </p:txBody>
      </p:sp>
      <p:sp>
        <p:nvSpPr>
          <p:cNvPr id="20" name="Issue card 5"/>
          <p:cNvSpPr/>
          <p:nvPr/>
        </p:nvSpPr>
        <p:spPr>
          <a:xfrm>
            <a:off x="4343400" y="4160520"/>
            <a:ext cx="3474720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4160520"/>
            <a:ext cx="347472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visibility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Leaders cannot see attendance, collections and requests in one daily view.</a:t>
            </a:r>
            <a:endParaRPr lang="en-US" sz="1400" dirty="0"/>
          </a:p>
        </p:txBody>
      </p:sp>
      <p:sp>
        <p:nvSpPr>
          <p:cNvPr id="24" name="Issue card 6"/>
          <p:cNvSpPr/>
          <p:nvPr/>
        </p:nvSpPr>
        <p:spPr>
          <a:xfrm>
            <a:off x="8046720" y="4160520"/>
            <a:ext cx="3474720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4160520"/>
            <a:ext cx="347472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to follow up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Pending leave requests, fee reminders and route changes are easily missed.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One secure sign-in opens a role-aware workspace with nine connected modules.</a:t>
            </a:r>
            <a:endParaRPr lang="en-US" sz="1700" dirty="0"/>
          </a:p>
        </p:txBody>
      </p:sp>
      <p:sp>
        <p:nvSpPr>
          <p:cNvPr id="4" name="Module card 1"/>
          <p:cNvSpPr/>
          <p:nvPr/>
        </p:nvSpPr>
        <p:spPr>
          <a:xfrm>
            <a:off x="640080" y="21488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505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&amp; access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715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Private school-account sign-in</a:t>
            </a:r>
            <a:endParaRPr lang="en-US" sz="1300" dirty="0"/>
          </a:p>
        </p:txBody>
      </p:sp>
      <p:sp>
        <p:nvSpPr>
          <p:cNvPr id="9" name="Module card 2"/>
          <p:cNvSpPr/>
          <p:nvPr/>
        </p:nvSpPr>
        <p:spPr>
          <a:xfrm>
            <a:off x="4343400" y="21488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4505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715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Daily snapshot of the whole school</a:t>
            </a:r>
            <a:endParaRPr lang="en-US" sz="1300" dirty="0"/>
          </a:p>
        </p:txBody>
      </p:sp>
      <p:sp>
        <p:nvSpPr>
          <p:cNvPr id="14" name="Module card 3"/>
          <p:cNvSpPr/>
          <p:nvPr/>
        </p:nvSpPr>
        <p:spPr>
          <a:xfrm>
            <a:off x="8046720" y="21488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4505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715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 roll, late arrivals, leave requests</a:t>
            </a:r>
            <a:endParaRPr lang="en-US" sz="1300" dirty="0"/>
          </a:p>
        </p:txBody>
      </p:sp>
      <p:sp>
        <p:nvSpPr>
          <p:cNvPr id="19" name="Module card 4"/>
          <p:cNvSpPr/>
          <p:nvPr/>
        </p:nvSpPr>
        <p:spPr>
          <a:xfrm>
            <a:off x="640080" y="35204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8221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87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Classes, assignments, progress</a:t>
            </a:r>
            <a:endParaRPr lang="en-US" sz="1300" dirty="0"/>
          </a:p>
        </p:txBody>
      </p:sp>
      <p:sp>
        <p:nvSpPr>
          <p:cNvPr id="24" name="Module card 5"/>
          <p:cNvSpPr/>
          <p:nvPr/>
        </p:nvSpPr>
        <p:spPr>
          <a:xfrm>
            <a:off x="4343400" y="35204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8221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087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Verified directory, contacts hidden</a:t>
            </a:r>
            <a:endParaRPr lang="en-US" sz="1300" dirty="0"/>
          </a:p>
        </p:txBody>
      </p:sp>
      <p:sp>
        <p:nvSpPr>
          <p:cNvPr id="29" name="Module card 6"/>
          <p:cNvSpPr/>
          <p:nvPr/>
        </p:nvSpPr>
        <p:spPr>
          <a:xfrm>
            <a:off x="8046720" y="35204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8221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Fees &amp; payments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4087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Collections and private reminders</a:t>
            </a:r>
            <a:endParaRPr lang="en-US" sz="1300" dirty="0"/>
          </a:p>
        </p:txBody>
      </p:sp>
      <p:sp>
        <p:nvSpPr>
          <p:cNvPr id="34" name="Module card 7"/>
          <p:cNvSpPr/>
          <p:nvPr/>
        </p:nvSpPr>
        <p:spPr>
          <a:xfrm>
            <a:off x="640080" y="48920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51937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" y="5193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600200" y="5074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600200" y="5458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Routes, buses and live status</a:t>
            </a:r>
            <a:endParaRPr lang="en-US" sz="1300" dirty="0"/>
          </a:p>
        </p:txBody>
      </p:sp>
      <p:sp>
        <p:nvSpPr>
          <p:cNvPr id="39" name="Module card 8"/>
          <p:cNvSpPr/>
          <p:nvPr/>
        </p:nvSpPr>
        <p:spPr>
          <a:xfrm>
            <a:off x="4343400" y="48920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26280" y="51937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26280" y="5193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5074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&amp; campus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5458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Loans, spaces and activities</a:t>
            </a:r>
            <a:endParaRPr lang="en-US" sz="1300" dirty="0"/>
          </a:p>
        </p:txBody>
      </p:sp>
      <p:sp>
        <p:nvSpPr>
          <p:cNvPr id="44" name="Module card 9"/>
          <p:cNvSpPr/>
          <p:nvPr/>
        </p:nvSpPr>
        <p:spPr>
          <a:xfrm>
            <a:off x="8046720" y="4892040"/>
            <a:ext cx="34747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29600" y="51937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0" y="5193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006840" y="5074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 &amp; privacy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5458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Private inbox and profile controls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ADVANTAGES OF OUR APPLICATION</a:t>
            </a:r>
            <a:endParaRPr lang="en-US" sz="3000" dirty="0"/>
          </a:p>
        </p:txBody>
      </p:sp>
      <p:sp>
        <p:nvSpPr>
          <p:cNvPr id="3" name="Advantage card 1"/>
          <p:cNvSpPr/>
          <p:nvPr/>
        </p:nvSpPr>
        <p:spPr>
          <a:xfrm>
            <a:off x="640080" y="1554480"/>
            <a:ext cx="53492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Academics, attendance, fees, transport, library and messages share one workspace.</a:t>
            </a:r>
            <a:endParaRPr lang="en-US" sz="1350" dirty="0"/>
          </a:p>
        </p:txBody>
      </p:sp>
      <p:sp>
        <p:nvSpPr>
          <p:cNvPr id="8" name="Advantage card 2"/>
          <p:cNvSpPr/>
          <p:nvPr/>
        </p:nvSpPr>
        <p:spPr>
          <a:xfrm>
            <a:off x="6217920" y="1554480"/>
            <a:ext cx="53492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by design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Phone numbers and personal emails stay hidden; contact happens through verified school profiles.</a:t>
            </a:r>
            <a:endParaRPr lang="en-US" sz="1350" dirty="0"/>
          </a:p>
        </p:txBody>
      </p:sp>
      <p:sp>
        <p:nvSpPr>
          <p:cNvPr id="13" name="Advantage card 3"/>
          <p:cNvSpPr/>
          <p:nvPr/>
        </p:nvSpPr>
        <p:spPr>
          <a:xfrm>
            <a:off x="640080" y="3108960"/>
            <a:ext cx="53492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saved daily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657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Quick attendance, instant summaries and clear follow-up lists reduce manual effort.</a:t>
            </a:r>
            <a:endParaRPr lang="en-US" sz="1350" dirty="0"/>
          </a:p>
        </p:txBody>
      </p:sp>
      <p:sp>
        <p:nvSpPr>
          <p:cNvPr id="18" name="Advantage card 4"/>
          <p:cNvSpPr/>
          <p:nvPr/>
        </p:nvSpPr>
        <p:spPr>
          <a:xfrm>
            <a:off x="6217920" y="3108960"/>
            <a:ext cx="53492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10896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Clear, calm interface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657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 clean layout with simple navigation that staff learn quickly.</a:t>
            </a:r>
            <a:endParaRPr lang="en-US" sz="1350" dirty="0"/>
          </a:p>
        </p:txBody>
      </p:sp>
      <p:sp>
        <p:nvSpPr>
          <p:cNvPr id="23" name="Advantage card 5"/>
          <p:cNvSpPr/>
          <p:nvPr/>
        </p:nvSpPr>
        <p:spPr>
          <a:xfrm>
            <a:off x="640080" y="4663440"/>
            <a:ext cx="53492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66344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846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4828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family connection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5212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Class groups and private conversations keep parents informed and engaged.</a:t>
            </a:r>
            <a:endParaRPr lang="en-US" sz="1350" dirty="0"/>
          </a:p>
        </p:txBody>
      </p:sp>
      <p:sp>
        <p:nvSpPr>
          <p:cNvPr id="28" name="Advantage card 6"/>
          <p:cNvSpPr/>
          <p:nvPr/>
        </p:nvSpPr>
        <p:spPr>
          <a:xfrm>
            <a:off x="6217920" y="4663440"/>
            <a:ext cx="53492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6DF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466344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846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828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Informed decisions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5212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Live figures on attendance, collections and requests support leaders every day.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APPLICATION SCREENSHOTS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09344" y="1380744"/>
            <a:ext cx="4279392" cy="20542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School 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417320"/>
            <a:ext cx="4206240" cy="19811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3489873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1. School overview dashboard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18504" y="1380744"/>
            <a:ext cx="4279392" cy="20542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Attendance manag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4206240" cy="198111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3489873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2. Attendance management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609344" y="3928785"/>
            <a:ext cx="4279392" cy="20542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Fees &amp; payments trac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965361"/>
            <a:ext cx="4206240" cy="198111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6037915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3. Fees &amp; payments tracking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18504" y="3928785"/>
            <a:ext cx="4279392" cy="20542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ivate school messag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65361"/>
            <a:ext cx="4206240" cy="198111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55080" y="6037915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4. Private school messaging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1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362956" y="3429000"/>
            <a:ext cx="146304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2"/>
                </a:solidFill>
              </a:rPr>
              <a:t>Campusly  ·  One school. Every detail.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ly Royal">
  <a:themeElements>
    <a:clrScheme name="Campusly Royal">
      <a:dk1>
        <a:srgbClr val="10302B"/>
      </a:dk1>
      <a:lt1>
        <a:srgbClr val="FFFFFF"/>
      </a:lt1>
      <a:dk2>
        <a:srgbClr val="0B3D36"/>
      </a:dk2>
      <a:lt2>
        <a:srgbClr val="F8F5EC"/>
      </a:lt2>
      <a:accent1>
        <a:srgbClr val="176F62"/>
      </a:accent1>
      <a:accent2>
        <a:srgbClr val="C9A24B"/>
      </a:accent2>
      <a:accent3>
        <a:srgbClr val="E78363"/>
      </a:accent3>
      <a:accent4>
        <a:srgbClr val="C8E2D7"/>
      </a:accent4>
      <a:accent5>
        <a:srgbClr val="71817C"/>
      </a:accent5>
      <a:accent6>
        <a:srgbClr val="8A6D2B"/>
      </a:accent6>
      <a:hlink>
        <a:srgbClr val="176F62"/>
      </a:hlink>
      <a:folHlink>
        <a:srgbClr val="71817C"/>
      </a:folHlink>
    </a:clrScheme>
    <a:fontScheme name="Campusly Roy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Campusly - School Management System</dc:title>
  <dc:subject>PptxGenJS Presentation</dc:subject>
  <dc:creator>PptxGenJS</dc:creator>
  <cp:lastModifiedBy>PptxGenJS</cp:lastModifiedBy>
  <cp:revision>1</cp:revision>
  <dcterms:created xsi:type="dcterms:W3CDTF">2026-10-05T07:23:07Z</dcterms:created>
  <dcterms:modified xsi:type="dcterms:W3CDTF">2026-10-05T07:23:07Z</dcterms:modified>
</cp:coreProperties>
</file>