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222e4ae01e4c5f" /><Relationship Type="http://schemas.openxmlformats.org/officeDocument/2006/relationships/extended-properties" Target="/docProps/app.xml" Id="R4c3b9a5c3bf3477e" /><Relationship Type="http://schemas.openxmlformats.org/officeDocument/2006/relationships/officeDocument" Target="/ppt/presentation.xml" Id="Rf7c53c85920741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bc4c64d404488"/>
  </p:sldMasterIdLst>
  <p:notesMasterIdLst>
    <p:notesMasterId xmlns:r="http://schemas.openxmlformats.org/officeDocument/2006/relationships" r:id="Rb0d907f2a23742b0"/>
  </p:notesMasterIdLst>
  <p:sldIdLst>
    <p:sldId xmlns:r="http://schemas.openxmlformats.org/officeDocument/2006/relationships" id="256" r:id="R564553956c764f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a4297517443c7" /><Relationship Type="http://schemas.openxmlformats.org/officeDocument/2006/relationships/slideMaster" Target="/ppt/slideMasters/slideMaster1.xml" Id="R18cbc4c64d404488" /><Relationship Type="http://schemas.openxmlformats.org/officeDocument/2006/relationships/notesMaster" Target="/ppt/notesMasters/notesMaster1.xml" Id="Rb0d907f2a23742b0" /><Relationship Type="http://schemas.openxmlformats.org/officeDocument/2006/relationships/presProps" Target="/ppt/presProps.xml" Id="R2227f9751a1c4b91" /><Relationship Type="http://schemas.openxmlformats.org/officeDocument/2006/relationships/tableStyles" Target="/ppt/tableStyles.xml" Id="Rac743f327f644b1e" /><Relationship Type="http://schemas.openxmlformats.org/officeDocument/2006/relationships/slide" Target="/ppt/slides/slide1.xml" Id="R564553956c764f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2f4fb8f4a0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c6b801f3904a56" /><Relationship Type="http://schemas.openxmlformats.org/officeDocument/2006/relationships/notesMaster" Target="/ppt/notesMasters/notesMaster1.xml" Id="R9b1bcbca959444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cdde12fcd40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e1e3e88382445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fb91071cf4f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664fbcbb84e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1ae9ae8c247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615f22ae740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514612-659D-4E15-BC0F-201A08A7C7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B053F2-2C93-4BBE-AEB1-B39927E3F0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84321B-7AEC-4401-B5BB-D3FBE7AA0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A230E1-01F8-4E68-BCFE-0FF58A5CA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CBF641-A75F-4D86-9F9A-208C1B2AA9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4E44FB-697C-4287-BB22-047C18810B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5C80DE-96C4-4EB2-9DE0-071D7B3BCE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A61FCE-272C-4404-A8D9-A1141129B5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90212E-861F-49F8-B7A3-05BB64F9F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561F04-AEBB-4DAA-A1B5-B7A95D260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ef42b3e81e4d23" /><Relationship Type="http://schemas.openxmlformats.org/officeDocument/2006/relationships/slideLayout" Target="/ppt/slideLayouts/slideLayout1.xml" Id="R9bbf5bfeb1294b5a" /><Relationship Type="http://schemas.openxmlformats.org/officeDocument/2006/relationships/slideLayout" Target="/ppt/slideLayouts/slideLayout2.xml" Id="R0739b406db8c4d19" /><Relationship Type="http://schemas.openxmlformats.org/officeDocument/2006/relationships/slideLayout" Target="/ppt/slideLayouts/slideLayout3.xml" Id="R26d17c2335ab4834" /><Relationship Type="http://schemas.openxmlformats.org/officeDocument/2006/relationships/slideLayout" Target="/ppt/slideLayouts/slideLayout4.xml" Id="R735f9ac756c34b33" /><Relationship Type="http://schemas.openxmlformats.org/officeDocument/2006/relationships/slideLayout" Target="/ppt/slideLayouts/slideLayout5.xml" Id="Ra83bdced91264413" /><Relationship Type="http://schemas.openxmlformats.org/officeDocument/2006/relationships/slideLayout" Target="/ppt/slideLayouts/slideLayout6.xml" Id="Rb69f286a164b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f5bfeb1294b5a"/>
    <p:sldLayoutId xmlns:r="http://schemas.openxmlformats.org/officeDocument/2006/relationships" id="2147483650" r:id="R0739b406db8c4d19"/>
    <p:sldLayoutId xmlns:r="http://schemas.openxmlformats.org/officeDocument/2006/relationships" id="2147483651" r:id="R26d17c2335ab4834"/>
    <p:sldLayoutId xmlns:r="http://schemas.openxmlformats.org/officeDocument/2006/relationships" id="2147483652" r:id="R735f9ac756c34b33"/>
    <p:sldLayoutId xmlns:r="http://schemas.openxmlformats.org/officeDocument/2006/relationships" id="2147483653" r:id="Ra83bdced91264413"/>
    <p:sldLayoutId xmlns:r="http://schemas.openxmlformats.org/officeDocument/2006/relationships" id="2147483654" r:id="Rb69f286a164b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e6303206249b3" /><Relationship Type="http://schemas.openxmlformats.org/officeDocument/2006/relationships/notesSlide" Target="/ppt/notesSlides/notesSlide1.xml" Id="R922fd6a3ec3c41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Pentagram mark">
            <a:extLst xmlns:a="http://schemas.openxmlformats.org/drawingml/2006/main">
              <a:ext uri="{FF2B5EF4-FFF2-40B4-BE49-F238E27FC236}">
                <a16:creationId xmlns:a16="http://schemas.microsoft.com/office/drawing/2014/main" id="{9439F0AA-2E50-4203-8F7E-0435A455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19075" cy="219075"/>
          </a:xfrm>
          <a:prstGeom xmlns:a="http://schemas.openxmlformats.org/drawingml/2006/main" prst="star5">
            <a:avLst/>
          </a:prstGeom>
          <a:solidFill xmlns:a="http://schemas.openxmlformats.org/drawingml/2006/main">
            <a:srgbClr val="E64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Wordmark">
            <a:extLst xmlns:a="http://schemas.openxmlformats.org/drawingml/2006/main">
              <a:ext uri="{FF2B5EF4-FFF2-40B4-BE49-F238E27FC236}">
                <a16:creationId xmlns:a16="http://schemas.microsoft.com/office/drawing/2014/main" id="{AB74D31D-D7B0-4C79-8287-352DE69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860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PENTAGRAM</a:t>
            </a:r>
          </a:p>
        </p:txBody>
      </p:sp>
      <p:sp>
        <p:nvSpPr>
          <p:cNvPr id="3" name="Navigation Work">
            <a:extLst xmlns:a="http://schemas.openxmlformats.org/drawingml/2006/main">
              <a:ext uri="{FF2B5EF4-FFF2-40B4-BE49-F238E27FC236}">
                <a16:creationId xmlns:a16="http://schemas.microsoft.com/office/drawing/2014/main" id="{430CF507-BED5-428A-BCE1-D0AE230A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7622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WORK</a:t>
            </a:r>
          </a:p>
        </p:txBody>
      </p:sp>
      <p:sp>
        <p:nvSpPr>
          <p:cNvPr id="4" name="Navigation About">
            <a:extLst xmlns:a="http://schemas.openxmlformats.org/drawingml/2006/main">
              <a:ext uri="{FF2B5EF4-FFF2-40B4-BE49-F238E27FC236}">
                <a16:creationId xmlns:a16="http://schemas.microsoft.com/office/drawing/2014/main" id="{DED3FF78-47B4-4B8C-B362-2A9CF221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ABOUT</a:t>
            </a:r>
          </a:p>
        </p:txBody>
      </p:sp>
      <p:sp>
        <p:nvSpPr>
          <p:cNvPr id="5" name="Navigation Careers">
            <a:extLst xmlns:a="http://schemas.openxmlformats.org/drawingml/2006/main">
              <a:ext uri="{FF2B5EF4-FFF2-40B4-BE49-F238E27FC236}">
                <a16:creationId xmlns:a16="http://schemas.microsoft.com/office/drawing/2014/main" id="{19A5A059-D78B-417D-83B3-B38E6F6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622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CAREERS</a:t>
            </a:r>
          </a:p>
        </p:txBody>
      </p:sp>
      <p:sp>
        <p:nvSpPr>
          <p:cNvPr id="6" name="Header call to action">
            <a:extLst xmlns:a="http://schemas.openxmlformats.org/drawingml/2006/main">
              <a:ext uri="{FF2B5EF4-FFF2-40B4-BE49-F238E27FC236}">
                <a16:creationId xmlns:a16="http://schemas.microsoft.com/office/drawing/2014/main" id="{9860AFF5-70C4-4E28-9DC9-5ED4C20E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1925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eader call to action label">
            <a:extLst xmlns:a="http://schemas.openxmlformats.org/drawingml/2006/main">
              <a:ext uri="{FF2B5EF4-FFF2-40B4-BE49-F238E27FC236}">
                <a16:creationId xmlns:a16="http://schemas.microsoft.com/office/drawing/2014/main" id="{22F7ACD4-1E9C-45E2-B797-A1F78906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05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E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FFFE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EFA"/>
                </a:solidFill>
                <a:latin typeface="Helvetica Neue"/>
                <a:ea typeface="Helvetica Neue"/>
                <a:cs typeface="Helvetica Neue"/>
              </a:rPr>
              <a:t>START A CONVERSATION  →</a:t>
            </a:r>
          </a:p>
        </p:txBody>
      </p:sp>
      <p:sp>
        <p:nvSpPr>
          <p:cNvPr id="8" name="Header divider">
            <a:extLst xmlns:a="http://schemas.openxmlformats.org/drawingml/2006/main">
              <a:ext uri="{FF2B5EF4-FFF2-40B4-BE49-F238E27FC236}">
                <a16:creationId xmlns:a16="http://schemas.microsoft.com/office/drawing/2014/main" id="{09680CCE-2F93-42CA-AA96-C457C71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tact eyebrow marker">
            <a:extLst xmlns:a="http://schemas.openxmlformats.org/drawingml/2006/main">
              <a:ext uri="{FF2B5EF4-FFF2-40B4-BE49-F238E27FC236}">
                <a16:creationId xmlns:a16="http://schemas.microsoft.com/office/drawing/2014/main" id="{A5CCF06A-761E-476B-871A-C24CF2AA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tact eyebrow">
            <a:extLst xmlns:a="http://schemas.openxmlformats.org/drawingml/2006/main">
              <a:ext uri="{FF2B5EF4-FFF2-40B4-BE49-F238E27FC236}">
                <a16:creationId xmlns:a16="http://schemas.microsoft.com/office/drawing/2014/main" id="{4C6656B6-F3EA-4C40-B68F-39F15887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04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CONTACT / PENTAGRAM</a:t>
            </a:r>
          </a:p>
        </p:txBody>
      </p:sp>
      <p:sp>
        <p:nvSpPr>
          <p:cNvPr id="11" name="Hero heading line 1">
            <a:extLst xmlns:a="http://schemas.openxmlformats.org/drawingml/2006/main">
              <a:ext uri="{FF2B5EF4-FFF2-40B4-BE49-F238E27FC236}">
                <a16:creationId xmlns:a16="http://schemas.microsoft.com/office/drawing/2014/main" id="{B44EADDE-961E-42EB-BAC6-DB4E9639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84"/>
          </a:bodyPr>
          <a:lstStyle xmlns:a="http://schemas.openxmlformats.org/drawingml/2006/main">
            <a:defPPr algn="l">
              <a:defRPr sz="49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9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 good place</a:t>
            </a:r>
          </a:p>
        </p:txBody>
      </p:sp>
      <p:sp>
        <p:nvSpPr>
          <p:cNvPr id="12" name="Hero heading line 2">
            <a:extLst xmlns:a="http://schemas.openxmlformats.org/drawingml/2006/main">
              <a:ext uri="{FF2B5EF4-FFF2-40B4-BE49-F238E27FC236}">
                <a16:creationId xmlns:a16="http://schemas.microsoft.com/office/drawing/2014/main" id="{8A77DDDB-3095-4F82-9C50-3411028A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384"/>
          </a:bodyPr>
          <a:lstStyle xmlns:a="http://schemas.openxmlformats.org/drawingml/2006/main">
            <a:defPPr algn="l">
              <a:defRPr sz="49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9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to start.</a:t>
            </a:r>
          </a:p>
        </p:txBody>
      </p:sp>
      <p:sp>
        <p:nvSpPr>
          <p:cNvPr id="13" name="Hero guidance">
            <a:extLst xmlns:a="http://schemas.openxmlformats.org/drawingml/2006/main">
              <a:ext uri="{FF2B5EF4-FFF2-40B4-BE49-F238E27FC236}">
                <a16:creationId xmlns:a16="http://schemas.microsoft.com/office/drawing/2014/main" id="{A389DEF8-ADA4-4BB8-84E2-6B285751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438275"/>
            <a:ext cx="3857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For projects, careers or general enquiries, choose the route that fits and we’ll guide you to the right team.</a:t>
            </a:r>
          </a:p>
        </p:txBody>
      </p:sp>
      <p:sp>
        <p:nvSpPr>
          <p:cNvPr id="14" name="Hero route link">
            <a:extLst xmlns:a="http://schemas.openxmlformats.org/drawingml/2006/main">
              <a:ext uri="{FF2B5EF4-FFF2-40B4-BE49-F238E27FC236}">
                <a16:creationId xmlns:a16="http://schemas.microsoft.com/office/drawing/2014/main" id="{8618A122-336B-4CF3-8F20-6EBF628C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669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CHOOSE A CONTACT ROUTE  ↓</a:t>
            </a:r>
          </a:p>
        </p:txBody>
      </p:sp>
      <p:sp>
        <p:nvSpPr>
          <p:cNvPr id="15" name="Routes top rule">
            <a:extLst xmlns:a="http://schemas.openxmlformats.org/drawingml/2006/main">
              <a:ext uri="{FF2B5EF4-FFF2-40B4-BE49-F238E27FC236}">
                <a16:creationId xmlns:a16="http://schemas.microsoft.com/office/drawing/2014/main" id="{3411A8FD-CF42-43BE-9AC4-8161B121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utes bottom rule">
            <a:extLst xmlns:a="http://schemas.openxmlformats.org/drawingml/2006/main">
              <a:ext uri="{FF2B5EF4-FFF2-40B4-BE49-F238E27FC236}">
                <a16:creationId xmlns:a16="http://schemas.microsoft.com/office/drawing/2014/main" id="{78E73D70-7FB0-4038-BA48-CC4631C1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ute 1 eyebrow">
            <a:extLst xmlns:a="http://schemas.openxmlformats.org/drawingml/2006/main">
              <a:ext uri="{FF2B5EF4-FFF2-40B4-BE49-F238E27FC236}">
                <a16:creationId xmlns:a16="http://schemas.microsoft.com/office/drawing/2014/main" id="{0493DABF-D931-4FBE-AB5D-18646B58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71775"/>
            <a:ext cx="2047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01 / NEW BUSINESS</a:t>
            </a:r>
          </a:p>
        </p:txBody>
      </p:sp>
      <p:sp>
        <p:nvSpPr>
          <p:cNvPr id="18" name="Route 1 arrow">
            <a:extLst xmlns:a="http://schemas.openxmlformats.org/drawingml/2006/main">
              <a:ext uri="{FF2B5EF4-FFF2-40B4-BE49-F238E27FC236}">
                <a16:creationId xmlns:a16="http://schemas.microsoft.com/office/drawing/2014/main" id="{06305A4D-387B-4A4C-9CCB-22D4ABE7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7177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9" name="Route 1 title">
            <a:extLst xmlns:a="http://schemas.openxmlformats.org/drawingml/2006/main">
              <a:ext uri="{FF2B5EF4-FFF2-40B4-BE49-F238E27FC236}">
                <a16:creationId xmlns:a16="http://schemas.microsoft.com/office/drawing/2014/main" id="{A479283E-327A-4430-9DF1-F39CDDA0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57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Start a project</a:t>
            </a:r>
          </a:p>
        </p:txBody>
      </p:sp>
      <p:sp>
        <p:nvSpPr>
          <p:cNvPr id="20" name="Route 1 description">
            <a:extLst xmlns:a="http://schemas.openxmlformats.org/drawingml/2006/main">
              <a:ext uri="{FF2B5EF4-FFF2-40B4-BE49-F238E27FC236}">
                <a16:creationId xmlns:a16="http://schemas.microsoft.com/office/drawing/2014/main" id="{8D1C73E7-A7E4-4DCE-BE0C-99486DF5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Share a little about the work you have in mind.</a:t>
            </a:r>
          </a:p>
        </p:txBody>
      </p:sp>
      <p:sp>
        <p:nvSpPr>
          <p:cNvPr id="21" name="Route divider 2">
            <a:extLst xmlns:a="http://schemas.openxmlformats.org/drawingml/2006/main">
              <a:ext uri="{FF2B5EF4-FFF2-40B4-BE49-F238E27FC236}">
                <a16:creationId xmlns:a16="http://schemas.microsoft.com/office/drawing/2014/main" id="{0AC9B73A-029C-40EE-AE96-F4B4CC77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95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ute 2 eyebrow">
            <a:extLst xmlns:a="http://schemas.openxmlformats.org/drawingml/2006/main">
              <a:ext uri="{FF2B5EF4-FFF2-40B4-BE49-F238E27FC236}">
                <a16:creationId xmlns:a16="http://schemas.microsoft.com/office/drawing/2014/main" id="{23803144-5EE5-4B74-AF16-A2407742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047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02 / CAREERS</a:t>
            </a:r>
          </a:p>
        </p:txBody>
      </p:sp>
      <p:sp>
        <p:nvSpPr>
          <p:cNvPr id="23" name="Route 2 arrow">
            <a:extLst xmlns:a="http://schemas.openxmlformats.org/drawingml/2006/main">
              <a:ext uri="{FF2B5EF4-FFF2-40B4-BE49-F238E27FC236}">
                <a16:creationId xmlns:a16="http://schemas.microsoft.com/office/drawing/2014/main" id="{ECC29BCD-748C-4D4B-A03D-97764E30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7177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Route 2 title">
            <a:extLst xmlns:a="http://schemas.openxmlformats.org/drawingml/2006/main">
              <a:ext uri="{FF2B5EF4-FFF2-40B4-BE49-F238E27FC236}">
                <a16:creationId xmlns:a16="http://schemas.microsoft.com/office/drawing/2014/main" id="{CEED7DAB-2154-4304-8154-2967ECF3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57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Join the team</a:t>
            </a:r>
          </a:p>
        </p:txBody>
      </p:sp>
      <p:sp>
        <p:nvSpPr>
          <p:cNvPr id="25" name="Route 2 description">
            <a:extLst xmlns:a="http://schemas.openxmlformats.org/drawingml/2006/main">
              <a:ext uri="{FF2B5EF4-FFF2-40B4-BE49-F238E27FC236}">
                <a16:creationId xmlns:a16="http://schemas.microsoft.com/office/drawing/2014/main" id="{CD1CC89D-A41C-4C13-B86B-B55D2245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04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See opportunities and application details.</a:t>
            </a:r>
          </a:p>
        </p:txBody>
      </p:sp>
      <p:sp>
        <p:nvSpPr>
          <p:cNvPr id="26" name="Route divider 3">
            <a:extLst xmlns:a="http://schemas.openxmlformats.org/drawingml/2006/main">
              <a:ext uri="{FF2B5EF4-FFF2-40B4-BE49-F238E27FC236}">
                <a16:creationId xmlns:a16="http://schemas.microsoft.com/office/drawing/2014/main" id="{9A1021D0-F524-4459-901B-FADCB020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95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oute 3 eyebrow">
            <a:extLst xmlns:a="http://schemas.openxmlformats.org/drawingml/2006/main">
              <a:ext uri="{FF2B5EF4-FFF2-40B4-BE49-F238E27FC236}">
                <a16:creationId xmlns:a16="http://schemas.microsoft.com/office/drawing/2014/main" id="{06DF6387-E591-4A07-88D1-B358B0FC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71775"/>
            <a:ext cx="2047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03 / PRESS &amp; GENERAL</a:t>
            </a:r>
          </a:p>
        </p:txBody>
      </p:sp>
      <p:sp>
        <p:nvSpPr>
          <p:cNvPr id="28" name="Route 3 arrow">
            <a:extLst xmlns:a="http://schemas.openxmlformats.org/drawingml/2006/main">
              <a:ext uri="{FF2B5EF4-FFF2-40B4-BE49-F238E27FC236}">
                <a16:creationId xmlns:a16="http://schemas.microsoft.com/office/drawing/2014/main" id="{1023E343-2DC7-49CD-8287-1EE9C348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29" name="Route 3 title">
            <a:extLst xmlns:a="http://schemas.openxmlformats.org/drawingml/2006/main">
              <a:ext uri="{FF2B5EF4-FFF2-40B4-BE49-F238E27FC236}">
                <a16:creationId xmlns:a16="http://schemas.microsoft.com/office/drawing/2014/main" id="{635F6088-2290-4F07-8210-1DE9CC4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57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Find a contact</a:t>
            </a:r>
          </a:p>
        </p:txBody>
      </p:sp>
      <p:sp>
        <p:nvSpPr>
          <p:cNvPr id="30" name="Route 3 description">
            <a:extLst xmlns:a="http://schemas.openxmlformats.org/drawingml/2006/main">
              <a:ext uri="{FF2B5EF4-FFF2-40B4-BE49-F238E27FC236}">
                <a16:creationId xmlns:a16="http://schemas.microsoft.com/office/drawing/2014/main" id="{A5184445-448E-483C-85DC-C3C15CC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04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Choose the office closest to your enquiry.</a:t>
            </a:r>
          </a:p>
        </p:txBody>
      </p:sp>
      <p:sp>
        <p:nvSpPr>
          <p:cNvPr id="31" name="Route divider 4">
            <a:extLst xmlns:a="http://schemas.openxmlformats.org/drawingml/2006/main">
              <a:ext uri="{FF2B5EF4-FFF2-40B4-BE49-F238E27FC236}">
                <a16:creationId xmlns:a16="http://schemas.microsoft.com/office/drawing/2014/main" id="{A6507093-6BDC-4FD8-BE64-DBCD8103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47950"/>
            <a:ext cx="95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oute 4 eyebrow">
            <a:extLst xmlns:a="http://schemas.openxmlformats.org/drawingml/2006/main">
              <a:ext uri="{FF2B5EF4-FFF2-40B4-BE49-F238E27FC236}">
                <a16:creationId xmlns:a16="http://schemas.microsoft.com/office/drawing/2014/main" id="{7A30EF3D-1F73-48A9-ACDD-2B8C7565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71775"/>
            <a:ext cx="2047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04 / VISITING</a:t>
            </a:r>
          </a:p>
        </p:txBody>
      </p:sp>
      <p:sp>
        <p:nvSpPr>
          <p:cNvPr id="33" name="Route 4 arrow">
            <a:extLst xmlns:a="http://schemas.openxmlformats.org/drawingml/2006/main">
              <a:ext uri="{FF2B5EF4-FFF2-40B4-BE49-F238E27FC236}">
                <a16:creationId xmlns:a16="http://schemas.microsoft.com/office/drawing/2014/main" id="{E4CAB9D3-EA94-42E2-91A1-136D2B5A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2771775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E64032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34" name="Route 4 title">
            <a:extLst xmlns:a="http://schemas.openxmlformats.org/drawingml/2006/main">
              <a:ext uri="{FF2B5EF4-FFF2-40B4-BE49-F238E27FC236}">
                <a16:creationId xmlns:a16="http://schemas.microsoft.com/office/drawing/2014/main" id="{028C18EB-F987-469F-8FA4-F5BB12D6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57525"/>
            <a:ext cx="238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Visit an office</a:t>
            </a:r>
          </a:p>
        </p:txBody>
      </p:sp>
      <p:sp>
        <p:nvSpPr>
          <p:cNvPr id="35" name="Route 4 description">
            <a:extLst xmlns:a="http://schemas.openxmlformats.org/drawingml/2006/main">
              <a:ext uri="{FF2B5EF4-FFF2-40B4-BE49-F238E27FC236}">
                <a16:creationId xmlns:a16="http://schemas.microsoft.com/office/drawing/2014/main" id="{3EAF2116-BAB0-4C12-96C0-8672FAF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004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Find an address and plan your visit.</a:t>
            </a:r>
          </a:p>
        </p:txBody>
      </p:sp>
      <p:sp>
        <p:nvSpPr>
          <p:cNvPr id="36" name="Project section label">
            <a:extLst xmlns:a="http://schemas.openxmlformats.org/drawingml/2006/main">
              <a:ext uri="{FF2B5EF4-FFF2-40B4-BE49-F238E27FC236}">
                <a16:creationId xmlns:a16="http://schemas.microsoft.com/office/drawing/2014/main" id="{D66BC0C3-F630-4699-9BEA-349A109E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01 / NEW BUSINESS</a:t>
            </a:r>
          </a:p>
        </p:txBody>
      </p:sp>
      <p:sp>
        <p:nvSpPr>
          <p:cNvPr id="37" name="Project section heading">
            <a:extLst xmlns:a="http://schemas.openxmlformats.org/drawingml/2006/main">
              <a:ext uri="{FF2B5EF4-FFF2-40B4-BE49-F238E27FC236}">
                <a16:creationId xmlns:a16="http://schemas.microsoft.com/office/drawing/2014/main" id="{D96D66B9-6CF3-4615-B1E1-8E2777A8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Tell us what you’re thinking.</a:t>
            </a:r>
          </a:p>
        </p:txBody>
      </p:sp>
      <p:sp>
        <p:nvSpPr>
          <p:cNvPr id="38" name="Project form surface">
            <a:extLst xmlns:a="http://schemas.openxmlformats.org/drawingml/2006/main">
              <a:ext uri="{FF2B5EF4-FFF2-40B4-BE49-F238E27FC236}">
                <a16:creationId xmlns:a16="http://schemas.microsoft.com/office/drawing/2014/main" id="{3FF9E875-4D8E-4FED-955E-00FA5206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6934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E9E5DE"/>
            </a:solidFill>
            <a:prstDash val="solid"/>
          </a:ln>
        </p:spPr>
      </p:sp>
      <p:sp>
        <p:nvSpPr>
          <p:cNvPr id="39" name="Project form title">
            <a:extLst xmlns:a="http://schemas.openxmlformats.org/drawingml/2006/main">
              <a:ext uri="{FF2B5EF4-FFF2-40B4-BE49-F238E27FC236}">
                <a16:creationId xmlns:a16="http://schemas.microsoft.com/office/drawing/2014/main" id="{3D1C03E2-1DA3-4483-B3E3-84B1AF32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82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Project enquiry</a:t>
            </a:r>
          </a:p>
        </p:txBody>
      </p:sp>
      <p:sp>
        <p:nvSpPr>
          <p:cNvPr id="40" name="Project form intro">
            <a:extLst xmlns:a="http://schemas.openxmlformats.org/drawingml/2006/main">
              <a:ext uri="{FF2B5EF4-FFF2-40B4-BE49-F238E27FC236}">
                <a16:creationId xmlns:a16="http://schemas.microsoft.com/office/drawing/2014/main" id="{9BD41D61-E435-4CA2-B605-31B0F67B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Start with the essentials. You can keep it brief.</a:t>
            </a:r>
          </a:p>
        </p:txBody>
      </p:sp>
      <p:sp>
        <p:nvSpPr>
          <p:cNvPr id="41" name="Form field 1 label">
            <a:extLst xmlns:a="http://schemas.openxmlformats.org/drawingml/2006/main">
              <a:ext uri="{FF2B5EF4-FFF2-40B4-BE49-F238E27FC236}">
                <a16:creationId xmlns:a16="http://schemas.microsoft.com/office/drawing/2014/main" id="{144BD682-DE23-47A0-99DE-FEF1ADEA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943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YOUR NAME *</a:t>
            </a:r>
          </a:p>
        </p:txBody>
      </p:sp>
      <p:sp>
        <p:nvSpPr>
          <p:cNvPr id="42" name="Form field 1 input">
            <a:extLst xmlns:a="http://schemas.openxmlformats.org/drawingml/2006/main">
              <a:ext uri="{FF2B5EF4-FFF2-40B4-BE49-F238E27FC236}">
                <a16:creationId xmlns:a16="http://schemas.microsoft.com/office/drawing/2014/main" id="{EFEC34C1-2F82-4499-8D02-1C9F501A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7825"/>
            <a:ext cx="1943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9C5BE"/>
            </a:solidFill>
            <a:prstDash val="solid"/>
          </a:ln>
        </p:spPr>
      </p:sp>
      <p:sp>
        <p:nvSpPr>
          <p:cNvPr id="43" name="Form field 1 placeholder">
            <a:extLst xmlns:a="http://schemas.openxmlformats.org/drawingml/2006/main">
              <a:ext uri="{FF2B5EF4-FFF2-40B4-BE49-F238E27FC236}">
                <a16:creationId xmlns:a16="http://schemas.microsoft.com/office/drawing/2014/main" id="{43861246-FAA4-41D7-9E75-393FFDA0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8640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rPr>
              <a:t>Name</a:t>
            </a:r>
          </a:p>
        </p:txBody>
      </p:sp>
      <p:sp>
        <p:nvSpPr>
          <p:cNvPr id="44" name="Form field 2 label">
            <a:extLst xmlns:a="http://schemas.openxmlformats.org/drawingml/2006/main">
              <a:ext uri="{FF2B5EF4-FFF2-40B4-BE49-F238E27FC236}">
                <a16:creationId xmlns:a16="http://schemas.microsoft.com/office/drawing/2014/main" id="{47BA348C-DC20-4C42-B1B5-95D4AC8B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76850"/>
            <a:ext cx="2209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WORK EMAIL *</a:t>
            </a:r>
          </a:p>
        </p:txBody>
      </p:sp>
      <p:sp>
        <p:nvSpPr>
          <p:cNvPr id="45" name="Form field 2 input">
            <a:extLst xmlns:a="http://schemas.openxmlformats.org/drawingml/2006/main">
              <a:ext uri="{FF2B5EF4-FFF2-40B4-BE49-F238E27FC236}">
                <a16:creationId xmlns:a16="http://schemas.microsoft.com/office/drawing/2014/main" id="{5DCF6ACB-817E-4F38-8E22-5C56765E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57825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9C5BE"/>
            </a:solidFill>
            <a:prstDash val="solid"/>
          </a:ln>
        </p:spPr>
      </p:sp>
      <p:sp>
        <p:nvSpPr>
          <p:cNvPr id="46" name="Form field 2 placeholder">
            <a:extLst xmlns:a="http://schemas.openxmlformats.org/drawingml/2006/main">
              <a:ext uri="{FF2B5EF4-FFF2-40B4-BE49-F238E27FC236}">
                <a16:creationId xmlns:a16="http://schemas.microsoft.com/office/drawing/2014/main" id="{48EEC51B-A3BF-4497-9D28-6573200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4864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rPr>
              <a:t>you@company.com</a:t>
            </a:r>
          </a:p>
        </p:txBody>
      </p:sp>
      <p:sp>
        <p:nvSpPr>
          <p:cNvPr id="47" name="Form field 3 label">
            <a:extLst xmlns:a="http://schemas.openxmlformats.org/drawingml/2006/main">
              <a:ext uri="{FF2B5EF4-FFF2-40B4-BE49-F238E27FC236}">
                <a16:creationId xmlns:a16="http://schemas.microsoft.com/office/drawing/2014/main" id="{B4E2089E-8C36-4DA2-A2E1-4547F58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76850"/>
            <a:ext cx="1981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PREFERRED OFFICE *</a:t>
            </a:r>
          </a:p>
        </p:txBody>
      </p:sp>
      <p:sp>
        <p:nvSpPr>
          <p:cNvPr id="48" name="Form field 3 input">
            <a:extLst xmlns:a="http://schemas.openxmlformats.org/drawingml/2006/main">
              <a:ext uri="{FF2B5EF4-FFF2-40B4-BE49-F238E27FC236}">
                <a16:creationId xmlns:a16="http://schemas.microsoft.com/office/drawing/2014/main" id="{45B7DC4E-F2FA-41CE-9236-983134E1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57825"/>
            <a:ext cx="1981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C9C5BE"/>
            </a:solidFill>
            <a:prstDash val="solid"/>
          </a:ln>
        </p:spPr>
      </p:sp>
      <p:sp>
        <p:nvSpPr>
          <p:cNvPr id="49" name="Form field 3 placeholder">
            <a:extLst xmlns:a="http://schemas.openxmlformats.org/drawingml/2006/main">
              <a:ext uri="{FF2B5EF4-FFF2-40B4-BE49-F238E27FC236}">
                <a16:creationId xmlns:a16="http://schemas.microsoft.com/office/drawing/2014/main" id="{7AD3E2FE-78B5-4438-B4DF-83FCF0C9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4864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9948E"/>
                </a:solidFill>
                <a:latin typeface="Helvetica Neue"/>
                <a:ea typeface="Helvetica Neue"/>
                <a:cs typeface="Helvetica Neue"/>
              </a:rPr>
              <a:t>Select an office ⌄</a:t>
            </a:r>
          </a:p>
        </p:txBody>
      </p:sp>
      <p:sp>
        <p:nvSpPr>
          <p:cNvPr id="50" name="Submit enquiry button">
            <a:extLst xmlns:a="http://schemas.openxmlformats.org/drawingml/2006/main">
              <a:ext uri="{FF2B5EF4-FFF2-40B4-BE49-F238E27FC236}">
                <a16:creationId xmlns:a16="http://schemas.microsoft.com/office/drawing/2014/main" id="{DD436584-B17E-464F-B019-6F833DA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ubmit enquiry button label">
            <a:extLst xmlns:a="http://schemas.openxmlformats.org/drawingml/2006/main">
              <a:ext uri="{FF2B5EF4-FFF2-40B4-BE49-F238E27FC236}">
                <a16:creationId xmlns:a16="http://schemas.microsoft.com/office/drawing/2014/main" id="{7889D02D-77C1-4C5B-898D-487609E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959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50" b="1">
                <a:solidFill>
                  <a:srgbClr val="FFFEF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FFFE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FFFEFA"/>
                </a:solidFill>
                <a:latin typeface="Helvetica Neue"/>
                <a:ea typeface="Helvetica Neue"/>
                <a:cs typeface="Helvetica Neue"/>
              </a:rPr>
              <a:t>SEND ENQUIRY  →</a:t>
            </a:r>
          </a:p>
        </p:txBody>
      </p:sp>
      <p:sp>
        <p:nvSpPr>
          <p:cNvPr id="52" name="Privacy note">
            <a:extLst xmlns:a="http://schemas.openxmlformats.org/drawingml/2006/main">
              <a:ext uri="{FF2B5EF4-FFF2-40B4-BE49-F238E27FC236}">
                <a16:creationId xmlns:a16="http://schemas.microsoft.com/office/drawing/2014/main" id="{D03D9958-766F-466B-BA17-47C7B8D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86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Prototype only. No personal data is sent or stored.</a:t>
            </a:r>
          </a:p>
        </p:txBody>
      </p:sp>
      <p:sp>
        <p:nvSpPr>
          <p:cNvPr id="53" name="Office section label">
            <a:extLst xmlns:a="http://schemas.openxmlformats.org/drawingml/2006/main">
              <a:ext uri="{FF2B5EF4-FFF2-40B4-BE49-F238E27FC236}">
                <a16:creationId xmlns:a16="http://schemas.microsoft.com/office/drawing/2014/main" id="{CA8D1A64-592C-4CD4-ADD0-744DE5A8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02 / OFFICES</a:t>
            </a:r>
          </a:p>
        </p:txBody>
      </p:sp>
      <p:sp>
        <p:nvSpPr>
          <p:cNvPr id="54" name="Office section heading">
            <a:extLst xmlns:a="http://schemas.openxmlformats.org/drawingml/2006/main">
              <a:ext uri="{FF2B5EF4-FFF2-40B4-BE49-F238E27FC236}">
                <a16:creationId xmlns:a16="http://schemas.microsoft.com/office/drawing/2014/main" id="{C3473096-0F46-47A3-A0DC-422C5E77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195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2175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Need a person?</a:t>
            </a:r>
          </a:p>
        </p:txBody>
      </p:sp>
      <p:sp>
        <p:nvSpPr>
          <p:cNvPr id="55" name="Office guidance">
            <a:extLst xmlns:a="http://schemas.openxmlformats.org/drawingml/2006/main">
              <a:ext uri="{FF2B5EF4-FFF2-40B4-BE49-F238E27FC236}">
                <a16:creationId xmlns:a16="http://schemas.microsoft.com/office/drawing/2014/main" id="{C75E2A0A-3486-45B7-AC5E-2C207A37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91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Contact the office closest to your enquiry.</a:t>
            </a:r>
          </a:p>
        </p:txBody>
      </p:sp>
      <p:sp>
        <p:nvSpPr>
          <p:cNvPr id="56" name="Office list top rule">
            <a:extLst xmlns:a="http://schemas.openxmlformats.org/drawingml/2006/main">
              <a:ext uri="{FF2B5EF4-FFF2-40B4-BE49-F238E27FC236}">
                <a16:creationId xmlns:a16="http://schemas.microsoft.com/office/drawing/2014/main" id="{D349A549-7911-43F5-8DAF-0EF705B5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Office list middle vertical">
            <a:extLst xmlns:a="http://schemas.openxmlformats.org/drawingml/2006/main">
              <a:ext uri="{FF2B5EF4-FFF2-40B4-BE49-F238E27FC236}">
                <a16:creationId xmlns:a16="http://schemas.microsoft.com/office/drawing/2014/main" id="{66F48954-E898-49CD-AF2C-74B6D368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33950"/>
            <a:ext cx="95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Office list middle horizontal">
            <a:extLst xmlns:a="http://schemas.openxmlformats.org/drawingml/2006/main">
              <a:ext uri="{FF2B5EF4-FFF2-40B4-BE49-F238E27FC236}">
                <a16:creationId xmlns:a16="http://schemas.microsoft.com/office/drawing/2014/main" id="{3AD5804F-1263-4016-B12F-E46430F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76875"/>
            <a:ext cx="360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Office 1 name">
            <a:extLst xmlns:a="http://schemas.openxmlformats.org/drawingml/2006/main">
              <a:ext uri="{FF2B5EF4-FFF2-40B4-BE49-F238E27FC236}">
                <a16:creationId xmlns:a16="http://schemas.microsoft.com/office/drawing/2014/main" id="{9D36762A-5F6F-4D16-A305-F894C566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482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New York</a:t>
            </a:r>
          </a:p>
        </p:txBody>
      </p:sp>
      <p:sp>
        <p:nvSpPr>
          <p:cNvPr id="60" name="Office 1 code">
            <a:extLst xmlns:a="http://schemas.openxmlformats.org/drawingml/2006/main">
              <a:ext uri="{FF2B5EF4-FFF2-40B4-BE49-F238E27FC236}">
                <a16:creationId xmlns:a16="http://schemas.microsoft.com/office/drawing/2014/main" id="{9A964D47-1581-42F6-9891-E539B416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6732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01 / US</a:t>
            </a:r>
          </a:p>
        </p:txBody>
      </p:sp>
      <p:sp>
        <p:nvSpPr>
          <p:cNvPr id="61" name="Office 2 name">
            <a:extLst xmlns:a="http://schemas.openxmlformats.org/drawingml/2006/main">
              <a:ext uri="{FF2B5EF4-FFF2-40B4-BE49-F238E27FC236}">
                <a16:creationId xmlns:a16="http://schemas.microsoft.com/office/drawing/2014/main" id="{6732D8FE-C630-4D9E-9A19-AF1F08D7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482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London</a:t>
            </a:r>
          </a:p>
        </p:txBody>
      </p:sp>
      <p:sp>
        <p:nvSpPr>
          <p:cNvPr id="62" name="Office 2 code">
            <a:extLst xmlns:a="http://schemas.openxmlformats.org/drawingml/2006/main">
              <a:ext uri="{FF2B5EF4-FFF2-40B4-BE49-F238E27FC236}">
                <a16:creationId xmlns:a16="http://schemas.microsoft.com/office/drawing/2014/main" id="{86CD37A6-5165-4F2B-84D5-C2A60212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67325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02 / UK</a:t>
            </a:r>
          </a:p>
        </p:txBody>
      </p:sp>
      <p:sp>
        <p:nvSpPr>
          <p:cNvPr id="63" name="Office 3 name">
            <a:extLst xmlns:a="http://schemas.openxmlformats.org/drawingml/2006/main">
              <a:ext uri="{FF2B5EF4-FFF2-40B4-BE49-F238E27FC236}">
                <a16:creationId xmlns:a16="http://schemas.microsoft.com/office/drawing/2014/main" id="{BC91EE89-54FD-48D0-9CAC-F26FF70A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911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Austin</a:t>
            </a:r>
          </a:p>
        </p:txBody>
      </p:sp>
      <p:sp>
        <p:nvSpPr>
          <p:cNvPr id="64" name="Office 3 code">
            <a:extLst xmlns:a="http://schemas.openxmlformats.org/drawingml/2006/main">
              <a:ext uri="{FF2B5EF4-FFF2-40B4-BE49-F238E27FC236}">
                <a16:creationId xmlns:a16="http://schemas.microsoft.com/office/drawing/2014/main" id="{BEAEBA29-6237-45F4-9291-B18629F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8102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03 / US</a:t>
            </a:r>
          </a:p>
        </p:txBody>
      </p:sp>
      <p:sp>
        <p:nvSpPr>
          <p:cNvPr id="65" name="Office 4 name">
            <a:extLst xmlns:a="http://schemas.openxmlformats.org/drawingml/2006/main">
              <a:ext uri="{FF2B5EF4-FFF2-40B4-BE49-F238E27FC236}">
                <a16:creationId xmlns:a16="http://schemas.microsoft.com/office/drawing/2014/main" id="{9C4DC622-49BE-4AEA-8BE2-A9438B02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911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Berlin</a:t>
            </a:r>
          </a:p>
        </p:txBody>
      </p:sp>
      <p:sp>
        <p:nvSpPr>
          <p:cNvPr id="66" name="Office 4 code">
            <a:extLst xmlns:a="http://schemas.openxmlformats.org/drawingml/2006/main">
              <a:ext uri="{FF2B5EF4-FFF2-40B4-BE49-F238E27FC236}">
                <a16:creationId xmlns:a16="http://schemas.microsoft.com/office/drawing/2014/main" id="{486FAFAB-0476-4470-9E5F-B35E812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102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04 / DE</a:t>
            </a:r>
          </a:p>
        </p:txBody>
      </p:sp>
      <p:sp>
        <p:nvSpPr>
          <p:cNvPr id="67" name="Office directory link">
            <a:extLst xmlns:a="http://schemas.openxmlformats.org/drawingml/2006/main">
              <a:ext uri="{FF2B5EF4-FFF2-40B4-BE49-F238E27FC236}">
                <a16:creationId xmlns:a16="http://schemas.microsoft.com/office/drawing/2014/main" id="{EF3F02A3-B069-4599-B28D-CA64250D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6096000"/>
            <a:ext cx="2190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ALL OFFICE CONTACTS  →</a:t>
            </a:r>
          </a:p>
        </p:txBody>
      </p:sp>
      <p:sp>
        <p:nvSpPr>
          <p:cNvPr id="68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C05EF63C-5C72-40BF-B1E5-204F7E39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Footer prototype note">
            <a:extLst xmlns:a="http://schemas.openxmlformats.org/drawingml/2006/main">
              <a:ext uri="{FF2B5EF4-FFF2-40B4-BE49-F238E27FC236}">
                <a16:creationId xmlns:a16="http://schemas.microsoft.com/office/drawing/2014/main" id="{DF4F7ABE-4AF2-41B3-8CD0-6AC436E2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Unofficial student redesign concept</a:t>
            </a:r>
          </a:p>
        </p:txBody>
      </p:sp>
      <p:sp>
        <p:nvSpPr>
          <p:cNvPr id="70" name="Footer privacy note">
            <a:extLst xmlns:a="http://schemas.openxmlformats.org/drawingml/2006/main">
              <a:ext uri="{FF2B5EF4-FFF2-40B4-BE49-F238E27FC236}">
                <a16:creationId xmlns:a16="http://schemas.microsoft.com/office/drawing/2014/main" id="{E8E413FE-4A85-4DF3-B8BD-B4417F3F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81775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0">
                <a:solidFill>
                  <a:srgbClr val="6F6C67"/>
                </a:solidFill>
                <a:latin typeface="Helvetica Neue"/>
                <a:ea typeface="Helvetica Neue"/>
                <a:cs typeface="Helvetica Neue"/>
              </a:rPr>
              <a:t>The prototype sends no enquiry data</a:t>
            </a:r>
          </a:p>
        </p:txBody>
      </p:sp>
    </p:spTree>
    <p:extLst>
      <p:ext uri="{BB962C8B-B14F-4D97-AF65-F5344CB8AC3E}">
        <p14:creationId xmlns:p14="http://schemas.microsoft.com/office/powerpoint/2010/main" val="1697043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2026-10-11T08:23:24.7110000Z</dcterms:created>
  <dcterms:modified xsi:type="dcterms:W3CDTF">2026-10-11T08:23:24.7110000Z</dcterms:modified>
</coreProperties>
</file>